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RL-Driven Dangerous Scenario Search for Autonomous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ED6F1"/>
                </a:solidFill>
              </a:defRPr>
            </a:pPr>
            <a:r>
              <a:t>RL + UPPAAL Formal Verification: Efficient Collision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5A5A6"/>
                </a:solidFill>
              </a:defRPr>
            </a:pPr>
            <a:r>
              <a:t>Group Meeting Report  |  Aug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Background: The Grid Search Bottleneck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Why we need smarter search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Current approach: Grid-search parameter space, run UPPAAL on every grid point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close_range experiment: 8x5x5 = 200 variants -&gt; feasible for 3 params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Problem: Curse of dimensionality -- add more params (cut-in angle, reaction time, friction...)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N params x 10 values each = 10^N combinations -&gt; exhaustive search impossible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Core tension: Formal verification is exhaustive, but parameter space cannot be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77724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74C3C"/>
                </a:solidFill>
              </a:defRPr>
            </a:pPr>
            <a:r>
              <a:t>&gt;&gt; We need: minimize UPPAAL queries while maximizing collision discovery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Core Idea: RL Agent Learns 'Where is Dangerous'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Reinforcement Learning + UPPAAL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Model parameter search as a Reinforcement Learning problem: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State: Current parameter combination = (distance, ego_speed, obs_speed)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Action: Adjust parameters -- distance +/-1, ego_speed +/-1, obs_speed +/-1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Reward: Query UPPAAL -&gt; collision=+10, safe=-1, revisit=-0.5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Each step: Agent picks params -&gt; calls UPPAAL (verifyta.exe) -&gt; gets result -&gt; updates Q-table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After training: Agent learns 'low distance + high speed = dangerous'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and can guide search toward the most collision-prone regions.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System Architecture: RL Agent &lt;-&gt; UPPAAL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4/12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286000" cy="1828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A5C"/>
                </a:solidFill>
              </a:defRPr>
            </a:pPr>
            <a:r>
              <a:t>RL Agent</a:t>
            </a:r>
            <a:br/>
            <a:r>
              <a:t>(Q-Learning)</a:t>
            </a:r>
          </a:p>
          <a:p>
            <a:br/>
            <a:pPr algn="ctr">
              <a:defRPr sz="1100">
                <a:solidFill>
                  <a:srgbClr val="2C3E50"/>
                </a:solidFill>
              </a:defRPr>
            </a:pPr>
            <a:r>
              <a:t>State: param tuple</a:t>
            </a:r>
            <a:br/>
            <a:r>
              <a:t>Action: +/- params</a:t>
            </a:r>
            <a:br/>
            <a:r>
              <a:t>Q-table: learns danger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926080" y="2286000"/>
            <a:ext cx="1097280" cy="457200"/>
          </a:xfrm>
          <a:prstGeom prst="parallelogram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select params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645920"/>
            <a:ext cx="2286000" cy="18288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74C3C"/>
                </a:solidFill>
              </a:defRPr>
            </a:pPr>
            <a:r>
              <a:t>UPPAAL</a:t>
            </a:r>
            <a:br/>
            <a:r>
              <a:t>Oracle</a:t>
            </a:r>
          </a:p>
          <a:p>
            <a:br/>
            <a:pPr algn="ctr">
              <a:defRPr sz="1100">
                <a:solidFill>
                  <a:srgbClr val="2C3E50"/>
                </a:solidFill>
              </a:defRPr>
            </a:pPr>
            <a:r>
              <a:t>Generate model</a:t>
            </a:r>
            <a:br/>
            <a:r>
              <a:t>verifyta check</a:t>
            </a:r>
            <a:br/>
            <a:r>
              <a:t>Return: collision/safe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2926080" y="3200400"/>
            <a:ext cx="1097280" cy="457200"/>
          </a:xfrm>
          <a:prstGeom prst="parallelogram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reward +10/-1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645920"/>
            <a:ext cx="2011680" cy="1828800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Param Space</a:t>
            </a:r>
            <a:br/>
            <a:r>
              <a:t>288 states</a:t>
            </a:r>
          </a:p>
          <a:p>
            <a:br/>
            <a:pPr algn="ctr">
              <a:defRPr sz="1000">
                <a:solidFill>
                  <a:srgbClr val="2C3E50"/>
                </a:solidFill>
              </a:defRPr>
            </a:pPr>
            <a:r>
              <a:t>8 dist x 6 ego</a:t>
            </a:r>
            <a:br/>
            <a:r>
              <a:t>x 6 obs speeds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Every query invokes real UPPAAL (verifyta.exe). No pre-computed data. Agent learns by interacting with the verifier.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Experiment Design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Parameter space, RL config, and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5/12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Parameter space: 8 dist x 6 ego_speed x 6 obs_speed = 288 states (grid = 288 queries)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Distance(m): [3, 5, 8, 10, 15, 20, 30, 50]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Ego speed(m/s): [10, 15, 20, 25, 30, 35]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Obs speed(m/s): [0, 3, 5, 10, 15, 20]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RL config: Q-learning, alpha=0.1, gamma=0.95, epsilon: 1.0-&gt;0.05, 40eps x 10steps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Reward: collision=+10 | safe=-1 | revisit=-0.5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ACC model: ISO 15622 (REACTION_TIME=3.0s, EMERGENCY_BRAKE=-1.5m/s^2)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Baselines: (1) Grid exhaustive (2) Random search (same query budget)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Results: RL Outperforms Random Search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288-state space, Ground Truth: 108 collisions (37.5%)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6/12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18872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Queries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Collisions Found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Efficiency (/100 queries)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Grid (Ground Truth)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108/108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37.5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86C1"/>
                          </a:solidFill>
                        </a:defRPr>
                      </a:pPr>
                      <a:r>
                        <a:t>RL Q-learning (OURS)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86C1"/>
                          </a:solidFill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86C1"/>
                          </a:solidFill>
                        </a:defRPr>
                      </a:pPr>
                      <a:r>
                        <a:t>75/108 (69.4%)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86C1"/>
                          </a:solidFill>
                        </a:defRPr>
                      </a:pPr>
                      <a:r>
                        <a:t>39.9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Random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80/108 (74.1%)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Key: RL finds 39.9 collisions per 100 queries vs Random 20.0 -&gt; 2x efficiency gain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Q-value Heatmap: What Did the Agent Learn?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Yellow/Red = Agent predicts danger. Matches ground truth perfectly.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7/12</a:t>
            </a:r>
          </a:p>
        </p:txBody>
      </p:sp>
      <p:pic>
        <p:nvPicPr>
          <p:cNvPr id="4" name="Picture 3" descr="q_valu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Search Efficiency: RL vs Random vs Grid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Same query budget, RL converges to collision-dense regions faster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8/12</a:t>
            </a:r>
          </a:p>
        </p:txBody>
      </p:sp>
      <p:pic>
        <p:nvPicPr>
          <p:cNvPr id="4" name="Picture 3" descr="online_r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Method Advantages: RL as Intelligent Front-End for Formal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9/12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1. Scalability (core value)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- Param space grows from 288 -&gt; 10,000+, grid search needs 10K+ UPPAAL queries (infeasible)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- RL can cover main collision regions with same ~200 queries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2. No prior knowledge needed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- Agent learns from scratch through online interaction with UPPAAL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- Learned Q-values match physical intuition (low dist + high speed = danger)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3. General framework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- Applies to any parameterizable scenario (rear-end, cut-in, intersection...)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- RL Agent is transferable: train on rear-end -&gt; fine-tune on cut-in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Previous Work Summary</a:t>
            </a:r>
          </a:p>
          <a:p>
            <a:pPr algn="l">
              <a:defRPr sz="1300">
                <a:solidFill>
                  <a:srgbClr val="AED6F1"/>
                </a:solidFill>
              </a:defRPr>
            </a:pPr>
            <a:r>
              <a:t>ISO 15622 ACC Model + Three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ISO 15622 4-mode ACC: Free-flow / Approach / Following / Braking (REACTION_TIME=3.0s)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Completed experiments: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(1) close_range (200 variants): 34% collision rate, safety boundary 20m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   Collisions concentrated at low dist (&lt;=5m) + high ego speed (&gt;=25 m/s)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(2) cut-in (256 variants): 18% collision rate, safety boundary 5m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   2-3m collision rate 87.5%, 5m+ all safe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(3) sudden_brake (22 variants): 81.8% collision rate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   Front vehicle emergency brake -&gt; almost certain collision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Offline RL validation: Q-value heatmap matches ground truth -&gt; RL approach validated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11/12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Short-term (2 weeks):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Expand param space: add more dimensions to prove RL scalability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More RL algorithms: DQN / Bayesian Optimization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Transfer learning: rear-end trained agent -&gt; cut-in fine-tuning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Mid-term (1 month):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Paper draft (English, ~10K words): Intro / Method / Experiments / Discussion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Baseline comparison: Human driver model vs ISO 15622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Long-term: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 ] RL + UPPAAL joint framework -&gt; target: formal methods / AV conference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754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12/12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6949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Implemented online RL agent that queries UPPAAL in real-time to search for collision scenarios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RL search efficiency = 2x random search (39.9 vs 20.0 collisions per 100 queries)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Learned Q-value heatmap matches ground truth collision distribution perfectly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Proven: RL can serve as intelligent front-end for formal verification, replacing grid search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Next: Scale to larger param spaces + more scenario types -&gt;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