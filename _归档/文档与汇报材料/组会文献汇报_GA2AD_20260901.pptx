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文献调研：对抗性场景生成与 GA2AD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ED6F1"/>
                </a:solidFill>
              </a:defRPr>
            </a:pPr>
            <a:r>
              <a:t>AEB / 自动驾驶安全测试三大方法 + 导师推荐论文 GA2AD 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导师组会汇报  |  2026年9月1日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18872"/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文献全景：安全测试的三大方法</a:t>
            </a:r>
          </a:p>
          <a:p>
            <a:pPr algn="l">
              <a:defRPr sz="1200">
                <a:solidFill>
                  <a:srgbClr val="AED6F1"/>
                </a:solidFill>
              </a:defRPr>
            </a:pPr>
            <a:r>
              <a:t>彭老师要求检索 AEB testing / risk assessment，现存方法可归为三类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① 形式化验证（我目前的方法）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Petri 网 / UPPAAL / SOTIF：确定性穷举，能保证找到碰撞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代表：AEB 着色混合 Petri 网验证；COSACC 用 UPPAAL 做时序验证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② 对抗性场景生成（彭老师说的 adversarial ML）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RL / GAN / 遗传算法：主动学“最危险的前车行为”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代表：WGAN 生成切入场景；PAFOT 遗传算法搜最优测试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③ 贝叶斯优化安全评估（彭老师建议的方向）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高斯过程代理模型 + acquisition function：小样本估碰撞概率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代表：Hao Wu 2026 用贝叶斯优化做 cut-in 场景碰撞概率估计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关键洞察：①有确定性无效率，②③有效率无保证 —— 把“形式化验证当 oracle + 贝叶斯优化选点”是空白点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18872"/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GA2AD：自适应对抗训练框架（导师推荐）</a:t>
            </a:r>
          </a:p>
          <a:p>
            <a:pPr algn="l">
              <a:defRPr sz="1200">
                <a:solidFill>
                  <a:srgbClr val="AED6F1"/>
                </a:solidFill>
              </a:defRPr>
            </a:pPr>
            <a:r>
              <a:t>Xu et al., Nature Communications 2026 —— 把 AV 当黑盒，训练背景车主动制造危险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743200" cy="21945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86C1"/>
                </a:solidFill>
              </a:defRPr>
            </a:pPr>
            <a:r>
              <a:t>① 混合风险场 + 贝叶斯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传统风险场 + TTC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→ 危险/注意/安全三级概率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连续风险值 ϵ 引导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1097280"/>
            <a:ext cx="2743200" cy="21945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② 激活函数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决定“何时”施加对抗动作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卡在 [Ml, Mu] 区间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避免太弱(练不出)或太猛(练崩)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79" y="1097280"/>
            <a:ext cx="2743200" cy="219456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③ 自适应切换模块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按碰撞间隔交替训练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目标车(TV) ↔ 背景车(BV)</a:t>
            </a:r>
          </a:p>
          <a:p>
            <a:pPr algn="ctr">
              <a:defRPr sz="1100">
                <a:solidFill>
                  <a:srgbClr val="2C3E50"/>
                </a:solidFill>
              </a:defRPr>
            </a:pPr>
            <a:r>
              <a:t>双智能体→单智能体，稳定训练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结果：碰撞率 ↓55–70%，jerk ↓21–42%，黑盒适配 DQN / TD3 / SAC / DDPG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定位：这是“防御侧”——训练 AV 变得更鲁棒；不是“找危险场景”。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18872"/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GA2AD 对我的启发：从“搜参数”到“学策略”</a:t>
            </a:r>
          </a:p>
          <a:p>
            <a:pPr algn="l">
              <a:defRPr sz="1200">
                <a:solidFill>
                  <a:srgbClr val="AED6F1"/>
                </a:solidFill>
              </a:defRPr>
            </a:pPr>
            <a:r>
              <a:t>我的工作对应 GA2AD 里的“背景车模型(BV)”——进攻侧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定位：GA2AD=防御侧(训练AV鲁棒)，我=进攻侧(找危险场景)＝它的 BV 模型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三个可借鉴：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① 混合风险场+贝叶斯 → 替代我的二元奖励(碰撞+10/安全-1)，收敛更快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② 激活函数 → 控制对抗强度，避免太保守/太激进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③ 学“行为策略” → 我现在搜静态参数(距离/速度)，应升级为前车动作序列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回扣彭老师纠正：“学的不是 policy，是参数 vector”——GA2AD 展示了学 policy 的样子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下一步：前车行为学成策略(何时刹车/切入)，用风险场做奖励，UPPAAL 当 oracle 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